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2379-8D1F-0035-DF82-3934709BF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7A88A-CE6A-91CF-96A9-5D717846D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38B3D-D991-6A4D-D85E-06CDF0762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4B8D3-EE12-4882-8DC8-32BD184178B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754C9-9DA0-CA40-5E90-056AD98B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299BB-AE8D-0B85-F523-8133A11E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5BE2-7298-43CC-B802-0EA4E50A2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440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C05F-8E74-9157-DC86-D296AE99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2B753-5CD1-EAAB-BA8F-30A91B0DF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8B7AF-86E6-6614-3496-FC88481C1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4B8D3-EE12-4882-8DC8-32BD184178B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DC793-DF20-1BD8-73F8-54373910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54B18-AE55-CBE2-C124-C5DAD8AA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5BE2-7298-43CC-B802-0EA4E50A2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84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71FD1-D152-EC11-EAAE-8DC8C4069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3F287-FD1B-FE53-6737-F22CEE4D2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C7E65-4BBA-9430-6515-D571AD07E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4B8D3-EE12-4882-8DC8-32BD184178B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29E5E-2F8C-0A5A-6FDE-A10B5AA8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C145B-40C4-AF52-ED5E-A68D83649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5BE2-7298-43CC-B802-0EA4E50A2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704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69D03-EF4C-0EE7-5FFA-92032A16A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B94AD-9E0B-3223-765F-50859E06F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0E4221-A3C1-3C48-07B7-557E32B21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B76D8-0FC3-A2CF-A754-C828287F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4B8D3-EE12-4882-8DC8-32BD184178B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939FE-1C34-2E39-A598-BF6A9C88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4B5F-6108-58B7-EC3E-D54BE123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5BE2-7298-43CC-B802-0EA4E50A2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035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822E-E890-DFB6-A8DC-47EDB6FA4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A2704-B941-87D9-97DD-DD69FD4E4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9FACF-6B0C-0AB0-0509-F22672FFC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026A5-850C-A5CE-389F-1D0D481E89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F8782F-D429-0079-AA0D-75D359228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518E4-0A28-2B6B-204A-066C6C5DA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4B8D3-EE12-4882-8DC8-32BD184178B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A7995-858A-760D-6E28-E0CE2C6F9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A33786-807B-C12B-B258-E0C11E7C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5BE2-7298-43CC-B802-0EA4E50A2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123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8C8D-D1C2-FE87-3177-6A6A7A77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BCC8AC-58D1-9CEA-C325-EAA26E97A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4B8D3-EE12-4882-8DC8-32BD184178B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D7559-98DB-5D27-1ED1-85DAA707E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7228F7-BC15-B5D0-AF57-7732E596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5BE2-7298-43CC-B802-0EA4E50A2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68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A03297-6C4A-0EC2-8B2F-3EFA35BF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4B8D3-EE12-4882-8DC8-32BD184178B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1F1BE3-B8F6-9891-1942-5C0715C9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F7EC1-A972-E009-BDDE-84174AB5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5BE2-7298-43CC-B802-0EA4E50A2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66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AB32E-D0EF-76DA-1E46-DC75FB48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8F991-9F03-6353-5BC7-277C970F9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82C4C-71A7-307A-44E8-D08029B31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0EC32-10DF-5D3B-9570-1B56573FD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4B8D3-EE12-4882-8DC8-32BD184178B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EF958-3601-D742-BABB-94DFACC7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13B69-5BC7-C5BB-3438-CF58015B1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5BE2-7298-43CC-B802-0EA4E50A2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206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C2DAF-959E-BD0F-DF6C-042F91D41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9A7E9-F3FE-038A-FA37-3C4D4116C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478BA-3DDA-C348-1307-6DEE0DF44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2E662-65ED-00D3-3B96-04BAC5FEC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4B8D3-EE12-4882-8DC8-32BD184178B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3EBC7-78E3-E8B0-E828-496C9C73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FAC16-18F2-5A12-16EA-063D3859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5BE2-7298-43CC-B802-0EA4E50A2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462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8ABA-0045-CC99-F522-9521D8391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6CA9B-D77A-F661-7AB9-C000BB69D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CC2FC-2F1C-2540-ECEA-F1EFCF3B9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4B8D3-EE12-4882-8DC8-32BD184178B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F0F0A-41F7-E254-0458-4063CCC61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B63C6-0875-88F7-0E5B-B87987C34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5BE2-7298-43CC-B802-0EA4E50A2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96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BE9CA4-7A8E-C588-7AE5-C06CCE76A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8C284-04E0-CB1F-EE1A-8A9227154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89DC3-1413-8A2A-35F9-9A5A7316A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4B8D3-EE12-4882-8DC8-32BD184178B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F476E-4BDC-3337-A04D-A905E63A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00D60-0D59-B188-5496-9093DA96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05BE2-7298-43CC-B802-0EA4E50A2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593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4AD857-466B-E073-3215-4C9E15980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A9E53-847E-2768-CF3D-10FEA41AD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F8E25-7D89-0376-5560-5F05DB388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4B8D3-EE12-4882-8DC8-32BD184178B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F4D15-FFB8-37F4-FDAE-1AA74936B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0E5F3-276A-ABAD-5909-AF6F4E294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05BE2-7298-43CC-B802-0EA4E50A2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012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ACCE-A048-E110-AE79-5D7E55A14F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5BB4E-8007-579A-E9EC-702E4E5622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30C72-17AC-7890-4AC9-0C6F7516A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301"/>
            <a:ext cx="12192000" cy="634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162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84074B-07D9-DBB2-6EB2-90FDA158F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696" y="0"/>
            <a:ext cx="96846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50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D869E7-511C-B40E-B6FC-8D0D88B47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557" y="0"/>
            <a:ext cx="7450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531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kabir chauhan</dc:creator>
  <cp:lastModifiedBy>kabir chauhan</cp:lastModifiedBy>
  <cp:revision>1</cp:revision>
  <dcterms:created xsi:type="dcterms:W3CDTF">2026-03-31T17:43:52Z</dcterms:created>
  <dcterms:modified xsi:type="dcterms:W3CDTF">2026-03-31T17:51:04Z</dcterms:modified>
</cp:coreProperties>
</file>